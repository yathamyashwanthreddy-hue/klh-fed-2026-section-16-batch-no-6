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ukta"/>
      <p:regular r:id="rId201314"/>
    </p:embeddedFont>
    <p:embeddedFont>
      <p:font typeface="Mukta Light"/>
      <p:regular r:id="rId201315"/>
    </p:embeddedFont>
    <p:embeddedFont>
      <p:font typeface="Mukta Bold"/>
      <p:regular r:id="rId201316"/>
    </p:embeddedFont>
    <p:embeddedFont>
      <p:font typeface="Prompt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626666"/>
            <a:ext cx="617978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Digital Door Access System Using Combinational Logic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20012" y="1650305"/>
            <a:ext cx="6789369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combinational logic-based security solution for controlled entry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20012" y="2239665"/>
            <a:ext cx="6179784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6" name="Text 3"/>
          <p:cNvSpPr/>
          <p:nvPr/>
        </p:nvSpPr>
        <p:spPr>
          <a:xfrm>
            <a:off x="720012" y="2354858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Rishitha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0012" y="2638524"/>
            <a:ext cx="61797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2620030420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0012" y="3329087"/>
            <a:ext cx="6179784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9" name="Text 6"/>
          <p:cNvSpPr/>
          <p:nvPr/>
        </p:nvSpPr>
        <p:spPr>
          <a:xfrm>
            <a:off x="720012" y="3444280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Avanthika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0012" y="3727946"/>
            <a:ext cx="61797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2620030327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0012" y="4418509"/>
            <a:ext cx="6179784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2" name="Text 9"/>
          <p:cNvSpPr/>
          <p:nvPr/>
        </p:nvSpPr>
        <p:spPr>
          <a:xfrm>
            <a:off x="720012" y="4533702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Mohan Kumar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0012" y="4817368"/>
            <a:ext cx="61797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2620030537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0012" y="5507930"/>
            <a:ext cx="6179784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5" name="Text 12"/>
          <p:cNvSpPr/>
          <p:nvPr/>
        </p:nvSpPr>
        <p:spPr>
          <a:xfrm>
            <a:off x="720012" y="5623123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Yashwanth Reddy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0012" y="5906790"/>
            <a:ext cx="61797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2620030553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486991"/>
            <a:ext cx="6854058" cy="38840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4586" y="767408"/>
            <a:ext cx="3513347" cy="1312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is a Digital Door Access System?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4586" y="2207617"/>
            <a:ext cx="3513347" cy="11374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7290" y="2384127"/>
            <a:ext cx="3084138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Security Through Digital Logic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8217290" y="2723455"/>
            <a:ext cx="3084138" cy="445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Controls entry into restricted areas using digital electronics and combinational logic circuits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4586" y="3465612"/>
            <a:ext cx="3513347" cy="11374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7290" y="3642122"/>
            <a:ext cx="3084138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Logic Gates at the Core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8217290" y="3981450"/>
            <a:ext cx="3084138" cy="445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Uses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AND, OR, NOT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gates to process binary inputs and produce the required access output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4586" y="4723606"/>
            <a:ext cx="3513347" cy="13599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7290" y="4900116"/>
            <a:ext cx="3084138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Binary Decision Output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8217290" y="5239445"/>
            <a:ext cx="3084138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ACCESS GRANTED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when the correct combination is entered —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ACCESS DENIED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otherwise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33985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Combinational Logic?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2313285"/>
            <a:ext cx="5272948" cy="1504355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8387" y="2531666"/>
            <a:ext cx="48361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No Memory Needed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38387" y="2940844"/>
            <a:ext cx="483619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Output depends only on the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current inputs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no state storage required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8636" y="2313285"/>
            <a:ext cx="5273047" cy="1504355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7011" y="2531666"/>
            <a:ext cx="48362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Instant Decisions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417011" y="2940844"/>
            <a:ext cx="4836297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No delays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 access control — logic output is immediate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0012" y="4023320"/>
            <a:ext cx="5272948" cy="1504355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8387" y="4241701"/>
            <a:ext cx="48361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Simple Design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38387" y="4650879"/>
            <a:ext cx="483619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Easier to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build and troubleshoot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than sequential circuits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8636" y="4023320"/>
            <a:ext cx="5273047" cy="1504355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7011" y="4241701"/>
            <a:ext cx="48362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Real-Time Security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17011" y="4650879"/>
            <a:ext cx="483629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Ideal for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real-time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access control and security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1268611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Hardware Components Required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2921099"/>
            <a:ext cx="283897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Logic &amp; Processing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91898" y="3407767"/>
            <a:ext cx="2838974" cy="178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Logic Gates: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AND, OR, NOT ICs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Breadboard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circuit assembly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Power Supply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the 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39058" y="2921099"/>
            <a:ext cx="283897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Input &amp; Output Devices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39058" y="3407767"/>
            <a:ext cx="2838974" cy="2119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Input: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Push buttons or switches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Output: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LEDs to indicate access status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Support: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Resistors and connecting wires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7432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Design Tools &amp; Implementation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947763"/>
            <a:ext cx="5375835" cy="82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5688" y="2976364"/>
            <a:ext cx="49644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Truth Tables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25688" y="3385542"/>
            <a:ext cx="496448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Map all input combinations to expected outputs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947763"/>
            <a:ext cx="5375835" cy="82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1523" y="2976364"/>
            <a:ext cx="49644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Boolean Expressions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301523" y="3385542"/>
            <a:ext cx="496448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Simplify logic using Boolean algebra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3920430"/>
            <a:ext cx="5375835" cy="82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5688" y="4949031"/>
            <a:ext cx="49644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Karnaugh Maps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25688" y="5358209"/>
            <a:ext cx="496448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Minimize the number of logic gates needed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920430"/>
            <a:ext cx="5375835" cy="822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1523" y="4949031"/>
            <a:ext cx="49644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Simulation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301523" y="5358209"/>
            <a:ext cx="496448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Test circuits using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Logisim, Proteus,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Multisim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07492"/>
            <a:ext cx="3482590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Does It Work?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20012" y="1953220"/>
            <a:ext cx="397758" cy="39776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0973" y="2004715"/>
            <a:ext cx="2357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69671" y="2013942"/>
            <a:ext cx="293293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Binary Input Entry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9671" y="2411413"/>
            <a:ext cx="2932932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Switches represent the digital password — each providing a binary value of </a:t>
            </a:r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0 or 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0012" y="3504009"/>
            <a:ext cx="397758" cy="39776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973" y="3555504"/>
            <a:ext cx="2357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269671" y="3564731"/>
            <a:ext cx="293293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Logic Gate 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9671" y="3962202"/>
            <a:ext cx="2932932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Gates evaluate the input combination in real time against the programmed access logic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0012" y="5054798"/>
            <a:ext cx="397758" cy="39776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973" y="5106293"/>
            <a:ext cx="2357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269671" y="5115520"/>
            <a:ext cx="293293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Output Signal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69671" y="5512991"/>
            <a:ext cx="2932932" cy="525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ACCESS GRANTED</a:t>
            </a:r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→ output HIGH | </a:t>
            </a:r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ACCESS DENIED</a:t>
            </a:r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→ alarm LED activated</a:t>
            </a:r>
            <a:endParaRPr lang="en-US" sz="13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0345" y="1491555"/>
            <a:ext cx="6837588" cy="38746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8541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Design: Truth Table &amp; Logic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1866404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Inputs &amp; Output Logic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0012" y="2353072"/>
            <a:ext cx="5124917" cy="843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Inputs: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Valid ID (V), Correct PIN (P), Alarm Status (A)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Output: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Door Unlock (U)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0012" y="3428008"/>
            <a:ext cx="5124917" cy="1460698"/>
          </a:xfrm>
          <a:prstGeom prst="roundRect">
            <a:avLst>
              <a:gd name="adj" fmla="val 5916"/>
            </a:avLst>
          </a:prstGeom>
          <a:solidFill>
            <a:srgbClr val="542C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88" y="3727351"/>
            <a:ext cx="257169" cy="205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8532" y="3664545"/>
            <a:ext cx="425072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U = (V AND P AND NOT A)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Door unlocks only when ID is valid, PIN is correct, and no alarm is active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0012" y="5120084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Combine AND, OR, NOT gates to implement this Boolean equation in hardware.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3115" y="1887339"/>
          <a:ext cx="5124917" cy="914400"/>
        </p:xfrm>
        <a:graphic>
          <a:graphicData uri="http://schemas.openxmlformats.org/drawingml/2006/table">
            <a:tbl>
              <a:tblPr/>
              <a:tblGrid>
                <a:gridCol w="1281229"/>
                <a:gridCol w="1281229"/>
                <a:gridCol w="1281229"/>
                <a:gridCol w="1281229"/>
              </a:tblGrid>
              <a:tr h="924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V (ID)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5B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P (PIN)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5B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A (Alarm)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5B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U (Unlock)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5B95"/>
                    </a:solidFill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7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 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1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0 </a:t>
                      </a:r>
                      <a:endParaRPr lang="en-US" sz="16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4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0508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Real-World Example: Multi-Level Access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86433"/>
            <a:ext cx="5250426" cy="5250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077369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Boolean Logic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27607" y="3269258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combined unlock equation: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27607" y="3450530"/>
            <a:ext cx="5250426" cy="267295"/>
          </a:xfrm>
          <a:prstGeom prst="roundRect">
            <a:avLst>
              <a:gd name="adj" fmla="val 16164"/>
            </a:avLst>
          </a:prstGeom>
          <a:solidFill>
            <a:srgbClr val="542C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95" y="3527623"/>
            <a:ext cx="128584" cy="102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1767" y="3522464"/>
            <a:ext cx="542306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U = (Admin AND V) OR (User AND V AND P)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227607" y="3775670"/>
            <a:ext cx="5250426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Admin: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Unlocks with Valid ID alone — highest privilege level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Regular User: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Requires both Valid ID AND correct PIN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OR gate combines both access paths into a single unlock signal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0705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Advantages &amp; Limitations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880493"/>
            <a:ext cx="3043360" cy="18808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4018558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Advantages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4427736"/>
            <a:ext cx="5247251" cy="1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Fast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instant real-time response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Reliable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deterministic logic output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Low power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consumption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Simple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design and build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432" y="1880493"/>
            <a:ext cx="3043360" cy="18808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4432" y="4018558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Limitations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24432" y="4427736"/>
            <a:ext cx="5247251" cy="1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No memory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cannot store past events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No audit log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entry history not recorded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Brute force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vulnerable — fixed combination can be guessed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40655"/>
            <a:ext cx="10751670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Applications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368822"/>
            <a:ext cx="417899" cy="417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956495"/>
            <a:ext cx="529090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Residential Security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20012" y="2270125"/>
            <a:ext cx="5290906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Digital door locks for homes and apartments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0677" y="1368822"/>
            <a:ext cx="417899" cy="4179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0677" y="1956495"/>
            <a:ext cx="529100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Office Access Control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180677" y="2270125"/>
            <a:ext cx="5291005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Workplace and corporate entry management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2784078"/>
            <a:ext cx="417899" cy="4179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0012" y="3371751"/>
            <a:ext cx="529090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Laboratory Control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20012" y="3685381"/>
            <a:ext cx="5290906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Restricted lab and research facility access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0677" y="2784078"/>
            <a:ext cx="417899" cy="4179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0677" y="3371751"/>
            <a:ext cx="529100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Locker &amp; Storage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180677" y="3685381"/>
            <a:ext cx="5291005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Securing cabinets, lockers, and storage rooms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12" y="4199334"/>
            <a:ext cx="417899" cy="4179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0012" y="4787007"/>
            <a:ext cx="529090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Small Business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720012" y="5100638"/>
            <a:ext cx="5290906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Affordable security for small business premises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0677" y="4199334"/>
            <a:ext cx="417899" cy="4179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0677" y="4787007"/>
            <a:ext cx="529100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Restricted Zones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6180677" y="5100638"/>
            <a:ext cx="5291005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Controlled entry to sensitive or restricted areas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720012" y="5552182"/>
            <a:ext cx="1075167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 for Your Attention! </a:t>
            </a:r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🙏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415220" y="5982593"/>
            <a:ext cx="11361255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Presented by: Rishitha · Avanthika · Mohan Kumar · Yashwanth Reddy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2026-10-14T15:42:54Z</dcterms:created>
  <dcterms:modified xsi:type="dcterms:W3CDTF">2026-10-14T15:42:54Z</dcterms:modified>
</cp:coreProperties>
</file>